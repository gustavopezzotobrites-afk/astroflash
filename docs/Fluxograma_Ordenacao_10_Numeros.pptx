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t>FLUXOGRAMA — ORDENAÇÃO DE 10 NÚMEROS</a:t>
            </a:r>
          </a:p>
        </p:txBody>
      </p:sp>
      <p:sp>
        <p:nvSpPr>
          <p:cNvPr id="3" name="Oval 2"/>
          <p:cNvSpPr/>
          <p:nvPr/>
        </p:nvSpPr>
        <p:spPr>
          <a:xfrm>
            <a:off x="4480560" y="640080"/>
            <a:ext cx="3108960" cy="438912"/>
          </a:xfrm>
          <a:prstGeom prst="ellipse">
            <a:avLst/>
          </a:prstGeom>
          <a:solidFill>
            <a:srgbClr val="223969"/>
          </a:solidFill>
          <a:ln>
            <a:solidFill>
              <a:srgbClr val="4B6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INÍCIO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86200" y="1325880"/>
            <a:ext cx="4297680" cy="658368"/>
          </a:xfrm>
          <a:prstGeom prst="roundRect">
            <a:avLst/>
          </a:prstGeom>
          <a:solidFill>
            <a:srgbClr val="223969"/>
          </a:solidFill>
          <a:ln>
            <a:solidFill>
              <a:srgbClr val="4B6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1. Digitar 10 números e armazenar na matriz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86200" y="2240280"/>
            <a:ext cx="4297680" cy="658368"/>
          </a:xfrm>
          <a:prstGeom prst="roundRect">
            <a:avLst/>
          </a:prstGeom>
          <a:solidFill>
            <a:srgbClr val="223969"/>
          </a:solidFill>
          <a:ln>
            <a:solidFill>
              <a:srgbClr val="4B6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2. Ler a matriz e percorrer os elementos</a:t>
            </a:r>
          </a:p>
        </p:txBody>
      </p:sp>
      <p:sp>
        <p:nvSpPr>
          <p:cNvPr id="6" name="Diamond 5"/>
          <p:cNvSpPr/>
          <p:nvPr/>
        </p:nvSpPr>
        <p:spPr>
          <a:xfrm>
            <a:off x="4251960" y="3182112"/>
            <a:ext cx="3566160" cy="914400"/>
          </a:xfrm>
          <a:prstGeom prst="diamond">
            <a:avLst/>
          </a:prstGeom>
          <a:solidFill>
            <a:srgbClr val="223969"/>
          </a:solidFill>
          <a:ln>
            <a:solidFill>
              <a:srgbClr val="4B6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Número atual &gt; próximo?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4315968"/>
            <a:ext cx="3657600" cy="658368"/>
          </a:xfrm>
          <a:prstGeom prst="roundRect">
            <a:avLst/>
          </a:prstGeom>
          <a:solidFill>
            <a:srgbClr val="223969"/>
          </a:solidFill>
          <a:ln>
            <a:solidFill>
              <a:srgbClr val="4B6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3. Sim → trocar os dois números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4315968"/>
            <a:ext cx="3063240" cy="658368"/>
          </a:xfrm>
          <a:prstGeom prst="roundRect">
            <a:avLst/>
          </a:prstGeom>
          <a:solidFill>
            <a:srgbClr val="223969"/>
          </a:solidFill>
          <a:ln>
            <a:solidFill>
              <a:srgbClr val="4B6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Voltar ao próximo par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4315968"/>
            <a:ext cx="3383280" cy="658368"/>
          </a:xfrm>
          <a:prstGeom prst="roundRect">
            <a:avLst/>
          </a:prstGeom>
          <a:solidFill>
            <a:srgbClr val="223969"/>
          </a:solidFill>
          <a:ln>
            <a:solidFill>
              <a:srgbClr val="4B6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4. Não → verificar se a matriz está em ordem</a:t>
            </a:r>
          </a:p>
        </p:txBody>
      </p:sp>
      <p:sp>
        <p:nvSpPr>
          <p:cNvPr id="10" name="Oval 9"/>
          <p:cNvSpPr/>
          <p:nvPr/>
        </p:nvSpPr>
        <p:spPr>
          <a:xfrm>
            <a:off x="8366760" y="5321808"/>
            <a:ext cx="3063240" cy="438912"/>
          </a:xfrm>
          <a:prstGeom prst="ellipse">
            <a:avLst/>
          </a:prstGeom>
          <a:solidFill>
            <a:srgbClr val="223969"/>
          </a:solidFill>
          <a:ln>
            <a:solidFill>
              <a:srgbClr val="4B6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Mostrar lista ordenada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35040" y="1078992"/>
            <a:ext cx="0" cy="246888"/>
          </a:xfrm>
          <a:prstGeom prst="line">
            <a:avLst/>
          </a:prstGeom>
          <a:ln w="19050">
            <a:solidFill>
              <a:srgbClr val="4B6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35040" y="1984248"/>
            <a:ext cx="0" cy="256032"/>
          </a:xfrm>
          <a:prstGeom prst="line">
            <a:avLst/>
          </a:prstGeom>
          <a:ln w="19050">
            <a:solidFill>
              <a:srgbClr val="4B6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35040" y="2898648"/>
            <a:ext cx="0" cy="283464"/>
          </a:xfrm>
          <a:prstGeom prst="line">
            <a:avLst/>
          </a:prstGeom>
          <a:ln w="19050">
            <a:solidFill>
              <a:srgbClr val="4B6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2743200" y="3657600"/>
            <a:ext cx="1508760" cy="658368"/>
          </a:xfrm>
          <a:prstGeom prst="line">
            <a:avLst/>
          </a:prstGeom>
          <a:ln w="19050">
            <a:solidFill>
              <a:srgbClr val="4B6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818120" y="3657600"/>
            <a:ext cx="411480" cy="658368"/>
          </a:xfrm>
          <a:prstGeom prst="line">
            <a:avLst/>
          </a:prstGeom>
          <a:ln w="19050">
            <a:solidFill>
              <a:srgbClr val="4B6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2423160" y="4645152"/>
            <a:ext cx="2103120" cy="329184"/>
          </a:xfrm>
          <a:prstGeom prst="line">
            <a:avLst/>
          </a:prstGeom>
          <a:ln w="19050">
            <a:solidFill>
              <a:srgbClr val="4B6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589520" y="4645152"/>
            <a:ext cx="640080" cy="0"/>
          </a:xfrm>
          <a:prstGeom prst="line">
            <a:avLst/>
          </a:prstGeom>
          <a:ln w="19050">
            <a:solidFill>
              <a:srgbClr val="4B6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921240" y="4974336"/>
            <a:ext cx="0" cy="347472"/>
          </a:xfrm>
          <a:prstGeom prst="line">
            <a:avLst/>
          </a:prstGeom>
          <a:ln w="19050">
            <a:solidFill>
              <a:srgbClr val="4B6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474720" y="37947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E750"/>
                </a:solidFill>
              </a:defRPr>
            </a:pPr>
            <a:r>
              <a:t>SIM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37947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E750"/>
                </a:solidFill>
              </a:defRPr>
            </a:pPr>
            <a:r>
              <a:t>NÃO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501091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E750"/>
                </a:solidFill>
              </a:defRPr>
            </a:pPr>
            <a:r>
              <a:t>continuar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IDENTIFICAÇÃO DO TRABALHO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850392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400"/>
              </a:spcAft>
              <a:defRPr sz="2000" b="1"/>
            </a:pPr>
            <a:r>
              <a:t>ASTROFLASH — Explorando o Universo</a:t>
            </a:r>
          </a:p>
          <a:p>
            <a:pPr algn="ctr">
              <a:spcAft>
                <a:spcPts val="1400"/>
              </a:spcAft>
              <a:defRPr sz="1700" b="0"/>
            </a:pPr>
            <a:r>
              <a:t>IFA — Programação | 2º Ano do Ensino Médio</a:t>
            </a:r>
          </a:p>
          <a:p>
            <a:pPr algn="ctr">
              <a:spcAft>
                <a:spcPts val="1400"/>
              </a:spcAft>
              <a:defRPr sz="1700" b="0"/>
            </a:pPr>
            <a:r>
              <a:t>Turma: 2º D</a:t>
            </a:r>
          </a:p>
          <a:p>
            <a:pPr algn="ctr">
              <a:spcAft>
                <a:spcPts val="1400"/>
              </a:spcAft>
              <a:defRPr sz="1700" b="0"/>
            </a:pPr>
            <a:r>
              <a:t>Professor: Marcus Telli Manoel</a:t>
            </a:r>
          </a:p>
          <a:p>
            <a:pPr algn="ctr">
              <a:spcAft>
                <a:spcPts val="1400"/>
              </a:spcAft>
              <a:defRPr sz="1700" b="0"/>
            </a:pPr>
            <a:r>
              <a:t>Integrantes: Gustavo, Caio, Maria Eduarda, Ivan, Arthur e Pedro Aguiar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